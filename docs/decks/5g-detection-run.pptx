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7504" y="160934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27664" y="2432304"/>
            <a:ext cx="-822960" cy="109728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352958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47504" y="1609344"/>
            <a:ext cx="-182880" cy="320040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4624" y="4809744"/>
            <a:ext cx="1280160" cy="7315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84864" y="4352544"/>
            <a:ext cx="-640080" cy="11887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46304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28600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3383280"/>
            <a:ext cx="292608" cy="292608"/>
          </a:xfrm>
          <a:prstGeom prst="ellipse">
            <a:avLst/>
          </a:prstGeom>
          <a:solidFill>
            <a:srgbClr val="6B63C9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42062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66344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539496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REPORT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1031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Lab Actually Catch the Attacks?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walkthrough of the first detection run on real 5G traffic — what we did, what happened, and what to try next.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were testing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computer model, trained only on </a:t>
            </a:r>
            <a:pPr indent="0" marL="0">
              <a:buNone/>
            </a:pPr>
            <a:r>
              <a:rPr lang="en-US" sz="19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pPr indent="0" marL="0">
              <a:buNone/>
            </a:pPr>
            <a:r>
              <a:rPr lang="en-US" sz="19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5G traffic, spot </a:t>
            </a:r>
            <a:pPr indent="0" marL="0">
              <a:buNone/>
            </a:pPr>
            <a:r>
              <a:rPr lang="en-US" sz="1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</a:t>
            </a:r>
            <a:pPr indent="0" marL="0">
              <a:buNone/>
            </a:pPr>
            <a:r>
              <a:rPr lang="en-US" sz="19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it's shown later?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C9E74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063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traffic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core's pipes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0128" y="3611880"/>
            <a:ext cx="283464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1188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C6FB5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3063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each second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numbers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3611880"/>
            <a:ext cx="283464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4652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6B63C9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063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normal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studies what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looks like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79408" y="3611880"/>
            <a:ext cx="283464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8116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3063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6404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abnormal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an alert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flags the attacks but leaves normal traffic alone, the approach works.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test ran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traffic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7830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steady normal traffic plus four different attacks against the lab's own 5G core.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62656"/>
            <a:ext cx="457200" cy="45720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437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84378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everything on the core's internal N3 / N4 pipes — the data tunnel and the control link.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904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90448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the recordings into one-second windows and reduced each to a handful of numbers.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2803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084064"/>
            <a:ext cx="457200" cy="45720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9651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tested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496519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learn from “normal,” then checked whether it flags the attack windows it hadn't trained 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270 one-second windows across 5 traffic types — 1 normal + 4 attacks — all automatically labeled by the lab.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try flopped — and taught us something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did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a coin flip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reason was simple: we'd given it only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examples of “normal.”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That's not enough to learn what normal looks like, so it couldn't tell normal from attack.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108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score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279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0.5 = worse than random guessing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9260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3108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00600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attacks caught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4279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flagged essentially nothing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29260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3108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503920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279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mis-flagged normal traffic too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 detector is only as good as its picture of “normal.”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 · THE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enough “normal,” it worked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recorded ~2 minutes of steady normal traffic (68 examples instead of 10), retrained, and the results flipped: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377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score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547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tells attack from normal  (1.0 = perfect)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377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00600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attacks caught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3547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window of all four attack types flagged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377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503920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3547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normal traffic — and this is a tunable dial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type was caught: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GTP-U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0712" y="4663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02152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GTP-U flood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81344" y="4663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72784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session flood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51976" y="4663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43416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assoc. abuse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mean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18745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35000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summarize → detect runs end to end on real captured traffic — not a mock-up or a simulation.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611880"/>
            <a:ext cx="548640" cy="54864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33832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reliably tells attack from normal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385876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0.958 separation score with every attack type caught means the signal is strong and consistent, not luck.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5120640"/>
            <a:ext cx="548640" cy="54864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4892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is proven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53675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5G core can be watched, and attacks flagged, by a model trained on the core's own traffic. That's the core idea — validated.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prove (yet)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proof of concept — but not production accuracy. Four things to keep in mind: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Lab-made, very clean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2402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normal and attack traffic were generated in the lab, and the types were very distinct — so they separate more easily than messy real-world traffic would.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18688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attack type untested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33101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“signaling storm” attack wasn't in this run — the recorder doesn't watch that particular pipe (N2) yet.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88536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flags, it doesn't name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437997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says “this looks abnormal,” but doesn't yet say which attack it 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358384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58384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real-world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544982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trust it on a live network, it needs training on real, varied normal traffic — a data-collection job for later.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Tweaks to try next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knob we can turn to push the results further: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1618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improve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2F3F7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98064"/>
            <a:ext cx="201168" cy="201168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54203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sensitivity dial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6151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off fewer false alarms vs. catching subtler attacks (the “contamination” setting).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46704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602736"/>
            <a:ext cx="201168" cy="201168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34670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Richer, more varied “normal”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4198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that hold up outside the lab — the single biggest lever on real-world quality.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2F3F7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407408"/>
            <a:ext cx="201168" cy="201168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15137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to name the attack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422452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that say which attack it is, not just “something's off” — far more actionable.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56048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212080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95604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N2 pipe too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coverage for the signaling-storm attack that's currently invisible.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760720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2F3F7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6016752"/>
            <a:ext cx="201168" cy="20116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57607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 (DGX Spark)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583387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slow, subtle attacks that the simple model misses.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Detection Run — Test Report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 caught every attack it was shown — a working proof of concept.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traffic, learn what normal looks like, and the attacks stand out. Next: make “normal” richer and the alerts smarter.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23264F"/>
          </a:solidFill>
          <a:ln w="19050">
            <a:solidFill>
              <a:srgbClr val="1C9E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69848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457200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23264F"/>
          </a:solidFill>
          <a:ln w="19050">
            <a:solidFill>
              <a:srgbClr val="2C6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73168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caught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457200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23264F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76488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2026-07-27T01:54:21Z</dcterms:created>
  <dcterms:modified xsi:type="dcterms:W3CDTF">2026-07-27T01:54:21Z</dcterms:modified>
</cp:coreProperties>
</file>