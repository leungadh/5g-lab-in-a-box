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windows</c:v>
                </c:pt>
              </c:strCache>
            </c:strRef>
          </c:tx>
          <c:spPr>
            <a:solidFill>
              <a:srgbClr val="2D6C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7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benign</c:v>
                  </c:pt>
                  <c:pt idx="1">
                    <c:v>gtpu_flood</c:v>
                  </c:pt>
                  <c:pt idx="2">
                    <c:v>gtpu_malformed</c:v>
                  </c:pt>
                  <c:pt idx="3">
                    <c:v>pfcp_assoc_abuse</c:v>
                  </c:pt>
                  <c:pt idx="4">
                    <c:v>pfcp_session_flood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239</c:v>
                </c:pt>
                <c:pt idx="1">
                  <c:v>86</c:v>
                </c:pt>
                <c:pt idx="2">
                  <c:v>87</c:v>
                </c:pt>
                <c:pt idx="3">
                  <c:v>86</c:v>
                </c:pt>
                <c:pt idx="4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7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explains, from the ground up, how the GTP/PFCP anomaly detector works: the data, how the model trains on the GPU, the test results as proof, and how to read those numbers honestly. Audience: technical peers; we teach the ML concepts as we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UPF is the target. N3 (GTP-U) is user data; N4 (PFCP) is SMF&lt;-&gt;UPF control. Two of our attacks are on N3 (a volume flood and a malformed-packet attack — different anomaly signatures), two on N4 (session flood and association churn).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semi-supervised: labeled attacks are scarce and the attack space is unbounded, but benign traffic is plentiful. So we model normal and treat distance-from-normal as the alarm signal. This is the standard framing for network anomaly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Capturing from the UPF's network namespace (via nsenter, using the host's tcpdump) is the honest vantage point — it's the traffic the UPF actually receives on N3/N4. Benign is real UE traffic; each attack is a container on the same docker network aimed at the UPF.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turn packets into a compact numeric fingerprint per one-second window: rates, sizes, port mix, tunnel/peer churn, PFCP message types. The window's label comes from the pcap filename, which encodes which traffic was running — so extraction yields a labeled table directly. Result: 585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585 windows, five labels (benign is the majority). We train the detector on 143 benign windows only, and evaluate on a held-out mix of 442 (benign + all four attack classes). Because attacks are absent from training, detecting them is a genuine generalization test, not recall of memorized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autoencoder squeezes each input through a narrow bottleneck and tries to reconstruct it. Trained only on benign, it becomes good at rebuilding normal traffic and bad at rebuilding anything else. It's a small MLP here; the same idea scales to sequence/graph variants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is just how badly the model rebuilt the window. Benign errors cluster low; attack errors sit high. We draw the line at the 99th percentile of benign error — so ~1% of benign is expected to trip it — and flag anything above. This is the operating threshold you can later tune.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training loop: standardize, forward pass, MSE loss, Adam backprop, 80 epochs, benign only. The code auto-detects CUDA and moves the network and tensors onto the GB10. Honest framing: this dataset is tiny so the GPU isn't stressed — the value is that the pipeline is now GPU-native for when data and models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IsolationForest is our second, independent detector: tree-based, CPU, unsupervised. It isolates outliers with random splits — fewer splits means more anomalous. Running two very different methods and getting the same answer is more convincing than one model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metrics: ROC-AUC measures separability regardless of threshold; recall is the fraction of attacks caught; precision is how clean the alarms are; false-alarm rate is benign wrongly flagged; F1 balances precision and recall. The threshold is the knob that trades recall against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proof: on 442 held-out windows, the GPU autoencoder reaches ROC-AUC 1.000, the IsoForest 0.989; both catch 100% of attacks across all four classes. Benign false-alarm is 5.2% (autoencoder) / 9.4% (isoforest). Next slide: what these numbers do and don't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Interpretation, honestly: 1.000 means the two score distributions don't overlap on this set; 100% recall means no missed attack windows; 5.2% false-alarm means ~1 in 20 benign flagged, tunable via threshold. The caution: a perfect score on a small clean lab dataset is expected because the attacks are loud — it validates the pipeline, it doesn't claim production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limits: the data is lab-clean and the attacks are loud; the semi-supervised approach assumes a representative benign baseline; scope is N3/N4 only (not N2 signaling); and perfect scores mean we should stress the detector with subtler attacks and larger, noisier captures. These define the next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capture, feature extraction, and GPU model training run end-to-end on ARM64 + the GB10, and the detector catches every attack class on the test set. The pipeline is now GPU-native. Next: scale the data, add the heavier Phase-5 sequence/graph models that actually stress the GPU, stress-test with subtler attacks, and tune the threshold to the operational false-alarm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17284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1222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LAB-IN-A-BOX  ·  N3/N4 ANOMALY DETECTION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8778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5G Attacks</a:t>
            </a:r>
            <a:endParaRPr lang="en-US" sz="5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GPU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detector learns “normal” user-plane traffic and flags GTP-U / PFCP attacks — trained on the NVIDIA DGX Spark (GB10).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560320" cy="1051560"/>
          </a:xfrm>
          <a:prstGeom prst="roundRect">
            <a:avLst>
              <a:gd name="adj" fmla="val 7826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51937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705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(GPU model)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11880" y="5074920"/>
            <a:ext cx="2560320" cy="1051560"/>
          </a:xfrm>
          <a:prstGeom prst="roundRect">
            <a:avLst>
              <a:gd name="adj" fmla="val 7826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51937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11880" y="5705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recall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5074920"/>
            <a:ext cx="2560320" cy="1051560"/>
          </a:xfrm>
          <a:prstGeom prst="roundRect">
            <a:avLst>
              <a:gd name="adj" fmla="val 7826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51937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classes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5705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+ N4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we’re detecting: attacks on the 5G user plane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UPF terminates the user plane. Two interfaces carry the traffic we watch — and the traffic an attacker abuses: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487168"/>
            <a:ext cx="658368" cy="658368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2487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24323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GTP-U  ·  UDP 2152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27614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user data in GPRS tunnels between the gNB and the UPF.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088" y="2487168"/>
            <a:ext cx="658368" cy="65836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9088" y="2487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24323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  ·  UDP 8805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69480" y="27614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between the SMF and UPF — sets up and tears down sessions.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attack classes exercised against the UPF: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069080"/>
            <a:ext cx="5120640" cy="914400"/>
          </a:xfrm>
          <a:prstGeom prst="roundRect">
            <a:avLst>
              <a:gd name="adj" fmla="val 10000"/>
            </a:avLst>
          </a:prstGeom>
          <a:ln w="12700">
            <a:solidFill>
              <a:srgbClr val="E7EE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4288536"/>
            <a:ext cx="475488" cy="475488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4128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41970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gtpu_flood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91640" y="45079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volumetric tunnel flood — the anomaly is rate &amp; volume.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0690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4069080"/>
            <a:ext cx="5120640" cy="914400"/>
          </a:xfrm>
          <a:prstGeom prst="roundRect">
            <a:avLst>
              <a:gd name="adj" fmla="val 10000"/>
            </a:avLst>
          </a:prstGeom>
          <a:ln w="12700">
            <a:solidFill>
              <a:srgbClr val="E7EE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4288536"/>
            <a:ext cx="475488" cy="475488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19088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41970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gtpu_malformed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86600" y="45079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malformed GTP-U — the anomaly is packet structure.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1206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5120640"/>
            <a:ext cx="5120640" cy="914400"/>
          </a:xfrm>
          <a:prstGeom prst="roundRect">
            <a:avLst>
              <a:gd name="adj" fmla="val 10000"/>
            </a:avLst>
          </a:prstGeom>
          <a:ln w="12700">
            <a:solidFill>
              <a:srgbClr val="E7EE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" y="5340096"/>
            <a:ext cx="475488" cy="475488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24128" y="5340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91640" y="52486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pfcp_session_flood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691640" y="55595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session-establishment flood — control-plane pressure.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51206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5120640"/>
            <a:ext cx="5120640" cy="914400"/>
          </a:xfrm>
          <a:prstGeom prst="roundRect">
            <a:avLst>
              <a:gd name="adj" fmla="val 10000"/>
            </a:avLst>
          </a:prstGeom>
          <a:ln w="12700">
            <a:solidFill>
              <a:srgbClr val="E7EE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9088" y="5340096"/>
            <a:ext cx="475488" cy="475488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19088" y="5340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86600" y="52486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pfcp_assoc_abuse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086600" y="55595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association churn — repeated setup / teardown.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map to real MNO user-plane risk: tunnel abuse, resource exhaustion, and parser attacks on the UPF.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“normal,” then flag the unfamiliar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84832"/>
            <a:ext cx="603504" cy="603504"/>
          </a:xfrm>
          <a:prstGeom prst="ellipse">
            <a:avLst/>
          </a:prstGeom>
          <a:solidFill>
            <a:srgbClr val="60708C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0848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7452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/ supervised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8803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labeled examples of every attack. Blind to anything new. Attack space is open-ended — you can’t enumerate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84832"/>
            <a:ext cx="603504" cy="603504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0848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6948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/ semi-supervised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 on benign traffic — which is abundant. Anything that departs from normal is suspicious, including attacks never seen before.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38912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move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495604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show the model an attack during training. It learns only what benign N3/N4 looks like — so an attack stands out precisely because the model has no template for 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— WHERE IT COMES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Captured at the UPF, the way a real UPF sees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87168"/>
            <a:ext cx="512064" cy="512064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 → benign N3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BE9EA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4224528"/>
            <a:ext cx="512064" cy="51206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4206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container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6517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UPF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212080" y="3383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GTP-U : 2152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PFCP : 8805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743200"/>
            <a:ext cx="1920240" cy="0"/>
          </a:xfrm>
          <a:prstGeom prst="line">
            <a:avLst/>
          </a:prstGeom>
          <a:noFill/>
          <a:ln w="3175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0" y="4480560"/>
            <a:ext cx="192024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27889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96528" y="2999232"/>
            <a:ext cx="548640" cy="54864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96528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point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418320" y="3246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UPF network namespace (nsenter + tcpdump)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55280" y="3474720"/>
            <a:ext cx="548640" cy="0"/>
          </a:xfrm>
          <a:prstGeom prst="line">
            <a:avLst/>
          </a:prstGeom>
          <a:noFill/>
          <a:ln w="31750">
            <a:solidFill>
              <a:srgbClr val="12B3A6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22960" y="5074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baseline = real UE traffic (ping over the data tunnel) — genuine N3 GTP-U.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= the four classes, each fired from a throwaway container at the UPF.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tap N3 + N4 from inside the UPF’s own netns — the authoritative user-plane view, exactly what a production UPF observes.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— PACKETS TO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of numbers per 1-second window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29968"/>
            <a:ext cx="548640" cy="548640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0848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N3/N4 packets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2441448"/>
            <a:ext cx="256032" cy="0"/>
          </a:xfrm>
          <a:prstGeom prst="line">
            <a:avLst/>
          </a:prstGeom>
          <a:noFill/>
          <a:ln w="25400">
            <a:solidFill>
              <a:srgbClr val="6070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82880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029968"/>
            <a:ext cx="548640" cy="54864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20848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4048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into 1.0s bins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53328" y="2441448"/>
            <a:ext cx="256032" cy="0"/>
          </a:xfrm>
          <a:prstGeom prst="line">
            <a:avLst/>
          </a:prstGeom>
          <a:noFill/>
          <a:ln w="25400">
            <a:solidFill>
              <a:srgbClr val="6070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182880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2029968"/>
            <a:ext cx="548640" cy="54864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20848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row per bin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96528" y="2441448"/>
            <a:ext cx="256032" cy="0"/>
          </a:xfrm>
          <a:prstGeom prst="line">
            <a:avLst/>
          </a:prstGeom>
          <a:noFill/>
          <a:ln w="25400">
            <a:solidFill>
              <a:srgbClr val="60708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182880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2029968"/>
            <a:ext cx="548640" cy="5486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811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921240" y="20848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table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2688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585 rows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3383280"/>
            <a:ext cx="55778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3383280"/>
            <a:ext cx="5577840" cy="2651760"/>
          </a:xfrm>
          <a:prstGeom prst="roundRect">
            <a:avLst>
              <a:gd name="adj" fmla="val 3448"/>
            </a:avLst>
          </a:prstGeom>
          <a:ln w="12700">
            <a:solidFill>
              <a:srgbClr val="E7EE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window captures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097280" y="3977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rate &amp; byte rate (volume signal for floods)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spread of packet size (structure signal)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vs N4 port mix (which interface is active)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TEIDs / peer addresses (tunnel churn)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 message-type counts (session vs association)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0" y="3383280"/>
            <a:ext cx="4663440" cy="2651760"/>
          </a:xfrm>
          <a:prstGeom prst="roundRect">
            <a:avLst>
              <a:gd name="adj" fmla="val 4138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4944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is automatic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4944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capture file is named for the traffic that was running: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49440" y="45720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gtpu_flood_20260730-….pcap  →  label = gtpu_flood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49440" y="5257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folder of captures becomes a labeled dataset with no manual tagging.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585 windows — and a benign-only training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019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windows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178308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019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classes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9019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— training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78308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9019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— test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822960" y="3246120"/>
          <a:ext cx="61264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223760" y="3246120"/>
            <a:ext cx="4114800" cy="3063240"/>
          </a:xfrm>
          <a:prstGeom prst="roundRect">
            <a:avLst>
              <a:gd name="adj" fmla="val 3582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98080" y="3456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train on benign only?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498080" y="3913632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builds a picture of normal from the 143 benign windows.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then judged on 442 unseen windows — held-out benign plus every attack.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appear only at test time, so high scores can’t be memorization.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PRIMER  · 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autoencoder learns to rebuild “normal”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965960"/>
            <a:ext cx="658368" cy="65836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190195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22128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learning to sketch faces you’ve seen a thousand times: something familiar comes back cleanly; something it has never seen comes back distorted.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560" y="310896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F1F5FB"/>
          </a:solidFill>
          <a:ln w="12700">
            <a:solidFill>
              <a:srgbClr val="E7EEF9"/>
            </a:solidFill>
            <a:prstDash val="solid"/>
          </a:ln>
          <a:effectLst>
            <a:outerShdw sx="100000" sy="100000" kx="0" ky="0" algn="bl" rotWithShape="0" blurRad="76200" dist="38100" dir="5400000">
              <a:srgbClr val="0B122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3767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24328" y="4023360"/>
            <a:ext cx="292608" cy="0"/>
          </a:xfrm>
          <a:prstGeom prst="line">
            <a:avLst/>
          </a:prstGeom>
          <a:noFill/>
          <a:ln w="25400">
            <a:solidFill>
              <a:srgbClr val="6070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16936" y="33375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1F5FB"/>
          </a:solidFill>
          <a:ln w="12700">
            <a:solidFill>
              <a:srgbClr val="E7EEF9"/>
            </a:solidFill>
            <a:prstDash val="solid"/>
          </a:ln>
          <a:effectLst>
            <a:outerShdw sx="100000" sy="100000" kx="0" ky="0" algn="bl" rotWithShape="0" blurRad="76200" dist="38100" dir="5400000">
              <a:srgbClr val="0B122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16936" y="3767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16936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9704" y="4023360"/>
            <a:ext cx="292608" cy="0"/>
          </a:xfrm>
          <a:prstGeom prst="line">
            <a:avLst/>
          </a:prstGeom>
          <a:noFill/>
          <a:ln w="25400">
            <a:solidFill>
              <a:srgbClr val="6070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82312" y="36576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2B3A6"/>
          </a:solidFill>
          <a:ln w="12700">
            <a:solidFill>
              <a:srgbClr val="12B3A6"/>
            </a:solidFill>
            <a:prstDash val="solid"/>
          </a:ln>
          <a:effectLst>
            <a:outerShdw sx="100000" sy="100000" kx="0" ky="0" algn="bl" rotWithShape="0" blurRad="76200" dist="38100" dir="5400000">
              <a:srgbClr val="0B12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82312" y="3767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82312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4023360"/>
            <a:ext cx="292608" cy="0"/>
          </a:xfrm>
          <a:prstGeom prst="line">
            <a:avLst/>
          </a:prstGeom>
          <a:noFill/>
          <a:ln w="25400">
            <a:solidFill>
              <a:srgbClr val="60708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47688" y="33375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1F5FB"/>
          </a:solidFill>
          <a:ln w="12700">
            <a:solidFill>
              <a:srgbClr val="E7EEF9"/>
            </a:solidFill>
            <a:prstDash val="solid"/>
          </a:ln>
          <a:effectLst>
            <a:outerShdw sx="100000" sy="100000" kx="0" ky="0" algn="bl" rotWithShape="0" blurRad="76200" dist="38100" dir="5400000">
              <a:srgbClr val="0B122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47688" y="3767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47688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0456" y="4023360"/>
            <a:ext cx="292608" cy="0"/>
          </a:xfrm>
          <a:prstGeom prst="line">
            <a:avLst/>
          </a:prstGeom>
          <a:noFill/>
          <a:ln w="25400">
            <a:solidFill>
              <a:srgbClr val="6070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13064" y="310896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F1F5FB"/>
          </a:solidFill>
          <a:ln w="12700">
            <a:solidFill>
              <a:srgbClr val="E7EEF9"/>
            </a:solidFill>
            <a:prstDash val="solid"/>
          </a:ln>
          <a:effectLst>
            <a:outerShdw sx="100000" sy="100000" kx="0" ky="0" algn="bl" rotWithShape="0" blurRad="76200" dist="38100" dir="5400000">
              <a:srgbClr val="0B122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13064" y="3767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13064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so that  output ≈ input  on benign windows.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5156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PyTorch MLP: 4 layers, an 8-unit bottleneck, MSE loss.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PRIMER  ·  THE SCORE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 error is the anomaly score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 window in, read the rebuilt version out, measure how far off it is (mean squared error).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windows rebuild well → low error. Attack windows rebuild poorly → high error.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alarm threshold at the 99th percentile of benign error. Above the line → flagged.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92024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06640" y="3520440"/>
            <a:ext cx="1371600" cy="1234440"/>
          </a:xfrm>
          <a:prstGeom prst="ellipse">
            <a:avLst/>
          </a:prstGeom>
          <a:solidFill>
            <a:srgbClr val="12B3A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98664" y="3866083"/>
            <a:ext cx="987552" cy="888797"/>
          </a:xfrm>
          <a:prstGeom prst="ellipse">
            <a:avLst/>
          </a:prstGeom>
          <a:solidFill>
            <a:srgbClr val="12B3A6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4211726"/>
            <a:ext cx="603504" cy="543154"/>
          </a:xfrm>
          <a:prstGeom prst="ellipse">
            <a:avLst/>
          </a:prstGeom>
          <a:solidFill>
            <a:srgbClr val="12B3A6">
              <a:alpha val="5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464040" y="3520440"/>
            <a:ext cx="1371600" cy="1234440"/>
          </a:xfrm>
          <a:prstGeom prst="ellipse">
            <a:avLst/>
          </a:prstGeom>
          <a:solidFill>
            <a:srgbClr val="F96167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56064" y="3866083"/>
            <a:ext cx="987552" cy="888797"/>
          </a:xfrm>
          <a:prstGeom prst="ellipse">
            <a:avLst/>
          </a:prstGeom>
          <a:solidFill>
            <a:srgbClr val="F96167">
              <a:alpha val="4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48088" y="4211726"/>
            <a:ext cx="603504" cy="543154"/>
          </a:xfrm>
          <a:prstGeom prst="ellipse">
            <a:avLst/>
          </a:prstGeom>
          <a:solidFill>
            <a:srgbClr val="F96167">
              <a:alpha val="5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0" y="2423160"/>
            <a:ext cx="0" cy="2560320"/>
          </a:xfrm>
          <a:prstGeom prst="line">
            <a:avLst/>
          </a:prstGeom>
          <a:noFill/>
          <a:ln w="22225">
            <a:solidFill>
              <a:srgbClr val="0E1B3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189720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99th-pct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THE GPU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loop, running on the GB10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901952"/>
            <a:ext cx="475488" cy="475488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8379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83794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benign features to comparable ranges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624328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7552" y="2743200"/>
            <a:ext cx="475488" cy="475488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552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67919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6791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each benign window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465576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3584448"/>
            <a:ext cx="475488" cy="475488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87552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52044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5204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between input and reconstruction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306824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552" y="4425696"/>
            <a:ext cx="475488" cy="475488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" y="4425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436168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36168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updates weights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148072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7552" y="5266944"/>
            <a:ext cx="475488" cy="475488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7552" y="5266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45920" y="52029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520293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epochs — benign rows only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0" y="178308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12224A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06640" y="2011680"/>
            <a:ext cx="731520" cy="73152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2084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CUDA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tensors move to the GPU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5236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 2.11.0 + cu128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device: NVIDIA GB10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132320" y="4206240"/>
            <a:ext cx="4206240" cy="2103120"/>
          </a:xfrm>
          <a:prstGeom prst="roundRect">
            <a:avLst>
              <a:gd name="adj" fmla="val 3913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0664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GPU matters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06640" y="4800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3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585 windows GPU vs CPU is negligible. The point: the same pipeline now trains on the GB10, so scaling to large captures and deeper sequence / graph models offloads to the GPU.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OPINION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Cross-check: an IsolationForest baseline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947672"/>
            <a:ext cx="658368" cy="658368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947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188366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are easy to isolate: a few random splits fence off an odd point far faster than a point buried in the crowd. Fewer splits to isolate = more anomalous.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70332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Tree-based, unsupervised, CPU. Fit on benign; score = how quickly a window is isolated by random partitioning.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30632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run two models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70332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independent method to sanity-check the neural detector. When both agree, confidence in the signal goes up.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3000" y="5285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lenses on the same question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561441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autoencoder learns a smooth model of normal; the forest partitions the space. Different mechanisms, same verdict on our data — a stronger result than either alone.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PRIMER  ·  HOW WE SCORE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metrics, in plain terms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310128" cy="1874520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12264"/>
            <a:ext cx="512064" cy="512064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1122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15568" y="27889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Separability, independent of any threshold. 1.0 = benign and attack scores never overlap; 0.5 = coin flip.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310128" cy="1874520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12264"/>
            <a:ext cx="512064" cy="51206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1122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6088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(attacks)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54296" y="27889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attack windows, the fraction we flagged. Misses are the cost of low recall.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0416" y="1874520"/>
            <a:ext cx="3310128" cy="1874520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6448" y="2112264"/>
            <a:ext cx="512064" cy="512064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56448" y="21122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14816" y="2167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93024" y="27889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we flagged, the fraction that were truly attacks. Low precision = noisy alarms.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023360"/>
            <a:ext cx="3310128" cy="1874520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8992" y="4261104"/>
            <a:ext cx="512064" cy="512064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7899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4315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rate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15568" y="49377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windows wrongly flagged. This is the operational tax of the detector.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4023360"/>
            <a:ext cx="3310128" cy="1874520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61104"/>
            <a:ext cx="512064" cy="512064"/>
          </a:xfrm>
          <a:prstGeom prst="ellipse">
            <a:avLst/>
          </a:prstGeom>
          <a:solidFill>
            <a:srgbClr val="7A5AD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76088" y="4315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54296" y="49377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number balancing precision and recall.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00416" y="4023360"/>
            <a:ext cx="3310128" cy="1874520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6448" y="4261104"/>
            <a:ext cx="512064" cy="512064"/>
          </a:xfrm>
          <a:prstGeom prst="ellipse">
            <a:avLst/>
          </a:prstGeom>
          <a:solidFill>
            <a:srgbClr val="60708C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56448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14816" y="4315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193024" y="49377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on the score. Move it to trade recall against false alarms.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442 held-out test windows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417320"/>
                <a:gridCol w="1508760"/>
                <a:gridCol w="1234440"/>
                <a:gridCol w="1097280"/>
                <a:gridCol w="1417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false-alarm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GB10 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 = 1.000 across all four attack classes: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87552" y="4553712"/>
            <a:ext cx="402336" cy="402336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87552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4434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gtpu_flood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443484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4553712"/>
            <a:ext cx="402336" cy="402336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39312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33088" y="4434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gtpu_malformed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26480" y="443484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91072" y="4553712"/>
            <a:ext cx="402336" cy="402336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91072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84848" y="4434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pfcp_assoc_abuse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78240" y="443484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942832" y="4553712"/>
            <a:ext cx="402336" cy="402336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942832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436608" y="4434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pfcp_session_flood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53492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97280" y="53949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4400" dirty="0"/>
          </a:p>
        </p:txBody>
      </p:sp>
      <p:sp>
        <p:nvSpPr>
          <p:cNvPr id="24" name="Text 21"/>
          <p:cNvSpPr/>
          <p:nvPr/>
        </p:nvSpPr>
        <p:spPr>
          <a:xfrm>
            <a:off x="3200400" y="539496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GPU-trained autoencoder perfectly separates benign from attack on the test set, and both detectors catch every attack window — while flagging only ~5% of benign traffic.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numbers — honestly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400800" cy="841248"/>
          </a:xfrm>
          <a:prstGeom prst="roundRect">
            <a:avLst>
              <a:gd name="adj" fmla="val 1087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29384"/>
            <a:ext cx="548640" cy="54864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929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74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1.000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185416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test set, benign and attack scores don’t overlap at all — perfect separation. A threshold exists that splits them cleanly.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6400800" cy="841248"/>
          </a:xfrm>
          <a:prstGeom prst="roundRect">
            <a:avLst>
              <a:gd name="adj" fmla="val 1087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2889504"/>
            <a:ext cx="548640" cy="5486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889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2834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100%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145536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 window was flagged. No misses on any of the four classes.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6400800" cy="841248"/>
          </a:xfrm>
          <a:prstGeom prst="roundRect">
            <a:avLst>
              <a:gd name="adj" fmla="val 1087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849624"/>
            <a:ext cx="548640" cy="54864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5.2%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105656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benign window in 20 trips the alarm. Tunable: raise the threshold to cut it (at some recall risk).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0" y="1783080"/>
            <a:ext cx="3840480" cy="2971800"/>
          </a:xfrm>
          <a:prstGeom prst="roundRect">
            <a:avLst>
              <a:gd name="adj" fmla="val 3692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0" y="2011680"/>
            <a:ext cx="640080" cy="64008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49640" y="20482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ceiling, not the hype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28803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score on a small, clean lab set is expected — these attacks are loud and distinct. It proves the pipeline detects known-loud attacks end-to-end. It is a floor to build on, not a claim of production accuracy.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numbers are a reason to test harder, not to stop.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— and doesn’t — prove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84832"/>
            <a:ext cx="548640" cy="5486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Lab-clean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585 windows, distinct attacks. Real traffic is noisier and more varied.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84832"/>
            <a:ext cx="548640" cy="54864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must be representative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788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Semi-supervised: if the benign baseline is narrow, novel-but-legit traffic looks anomalous.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050792"/>
            <a:ext cx="548640" cy="548640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4105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plane only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754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/ N4 scope. N2 signaling storms are out of frame for this detector.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50792"/>
            <a:ext cx="548640" cy="54864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105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→ stress 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754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attacks are easy. Subtle, low-and-slow abuse and larger captures are the real test.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hardening backlog, not flaws in the method — each points at a concrete next experiment.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754880" cy="4754880"/>
          </a:xfrm>
          <a:prstGeom prst="ellipse">
            <a:avLst/>
          </a:prstGeom>
          <a:solidFill>
            <a:srgbClr val="1728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detector, trained on the GPU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→ features → GPU-trained model → validated — the whole pipeline runs on ARM64 + the GB10.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detectors catch every attack class; the GPU autoencoder separates benign from attack perfectly on the test set.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path is now GPU-native, ready to scale.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4562856"/>
            <a:ext cx="438912" cy="438912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4562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capture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00200" y="4791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noisier, longer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389120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4562856"/>
            <a:ext cx="438912" cy="438912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4562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Phase-5 models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95160" y="4791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/ graph on the GB10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303520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5477256"/>
            <a:ext cx="438912" cy="438912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5477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394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00200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subtle, low-and-slow attacks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5303520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5477256"/>
            <a:ext cx="438912" cy="438912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5477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5394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95160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false-alarm budget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Lab-in-a-Box  ·  GTP/PFCP anomaly detection on the NVIDIA DGX Spark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2026-07-30T15:22:59Z</dcterms:created>
  <dcterms:modified xsi:type="dcterms:W3CDTF">2026-07-30T15:22:59Z</dcterms:modified>
</cp:coreProperties>
</file>