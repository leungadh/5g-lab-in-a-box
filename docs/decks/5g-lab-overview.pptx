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56064" y="1517904"/>
            <a:ext cx="1280160" cy="822960"/>
          </a:xfrm>
          <a:prstGeom prst="line">
            <a:avLst/>
          </a:prstGeom>
          <a:noFill/>
          <a:ln w="15875">
            <a:solidFill>
              <a:srgbClr val="3A3E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56064" y="1517904"/>
            <a:ext cx="457200" cy="1920240"/>
          </a:xfrm>
          <a:prstGeom prst="line">
            <a:avLst/>
          </a:prstGeom>
          <a:noFill/>
          <a:ln w="15875">
            <a:solidFill>
              <a:srgbClr val="3A3E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36224" y="2340864"/>
            <a:ext cx="457200" cy="1920240"/>
          </a:xfrm>
          <a:prstGeom prst="line">
            <a:avLst/>
          </a:prstGeom>
          <a:noFill/>
          <a:ln w="15875">
            <a:solidFill>
              <a:srgbClr val="3A3E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13264" y="3438144"/>
            <a:ext cx="-640080" cy="1463040"/>
          </a:xfrm>
          <a:prstGeom prst="line">
            <a:avLst/>
          </a:prstGeom>
          <a:noFill/>
          <a:ln w="15875">
            <a:solidFill>
              <a:srgbClr val="3A3E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93424" y="4261104"/>
            <a:ext cx="-1920240" cy="640080"/>
          </a:xfrm>
          <a:prstGeom prst="line">
            <a:avLst/>
          </a:prstGeom>
          <a:noFill/>
          <a:ln w="15875">
            <a:solidFill>
              <a:srgbClr val="3A3E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73184" y="4901184"/>
            <a:ext cx="1280160" cy="640080"/>
          </a:xfrm>
          <a:prstGeom prst="line">
            <a:avLst/>
          </a:prstGeom>
          <a:noFill/>
          <a:ln w="15875">
            <a:solidFill>
              <a:srgbClr val="3A3E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13264" y="3438144"/>
            <a:ext cx="1280160" cy="822960"/>
          </a:xfrm>
          <a:prstGeom prst="line">
            <a:avLst/>
          </a:prstGeom>
          <a:noFill/>
          <a:ln w="15875">
            <a:solidFill>
              <a:srgbClr val="3A3E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9760" y="1371600"/>
            <a:ext cx="292608" cy="292608"/>
          </a:xfrm>
          <a:prstGeom prst="ellipse">
            <a:avLst/>
          </a:prstGeom>
          <a:solidFill>
            <a:srgbClr val="1C9E74"/>
          </a:solidFill>
          <a:ln w="12700">
            <a:solidFill>
              <a:srgbClr val="1618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0" y="2194560"/>
            <a:ext cx="292608" cy="292608"/>
          </a:xfrm>
          <a:prstGeom prst="ellipse">
            <a:avLst/>
          </a:prstGeom>
          <a:solidFill>
            <a:srgbClr val="2C6FB5"/>
          </a:solidFill>
          <a:ln w="12700">
            <a:solidFill>
              <a:srgbClr val="1618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66960" y="3291840"/>
            <a:ext cx="292608" cy="292608"/>
          </a:xfrm>
          <a:prstGeom prst="ellipse">
            <a:avLst/>
          </a:prstGeom>
          <a:solidFill>
            <a:srgbClr val="6B63C9"/>
          </a:solidFill>
          <a:ln w="12700">
            <a:solidFill>
              <a:srgbClr val="1618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47120" y="4114800"/>
            <a:ext cx="292608" cy="29260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1618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26880" y="4754880"/>
            <a:ext cx="292608" cy="292608"/>
          </a:xfrm>
          <a:prstGeom prst="ellipse">
            <a:avLst/>
          </a:prstGeom>
          <a:solidFill>
            <a:srgbClr val="2C6FB5"/>
          </a:solidFill>
          <a:ln w="12700">
            <a:solidFill>
              <a:srgbClr val="1618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07040" y="5394960"/>
            <a:ext cx="292608" cy="292608"/>
          </a:xfrm>
          <a:prstGeom prst="ellipse">
            <a:avLst/>
          </a:prstGeom>
          <a:solidFill>
            <a:srgbClr val="1C9E74"/>
          </a:solidFill>
          <a:ln w="12700">
            <a:solidFill>
              <a:srgbClr val="161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OVERVIEW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19659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5G Core Lab-in-a-Box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731520" y="32004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5G network — phone, tower, and core — running entirely in software on a single machine.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77240" y="4892040"/>
            <a:ext cx="201168" cy="201168"/>
          </a:xfrm>
          <a:prstGeom prst="ellipse">
            <a:avLst/>
          </a:prstGeom>
          <a:solidFill>
            <a:srgbClr val="6B63C9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4828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514600" y="4892040"/>
            <a:ext cx="201168" cy="201168"/>
          </a:xfrm>
          <a:prstGeom prst="ellipse">
            <a:avLst/>
          </a:prstGeom>
          <a:solidFill>
            <a:srgbClr val="2C6FB5"/>
          </a:solidFill>
          <a:ln/>
        </p:spPr>
      </p:sp>
      <p:sp>
        <p:nvSpPr>
          <p:cNvPr id="21" name="Text 19"/>
          <p:cNvSpPr/>
          <p:nvPr/>
        </p:nvSpPr>
        <p:spPr>
          <a:xfrm>
            <a:off x="2788920" y="4828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51960" y="4892040"/>
            <a:ext cx="201168" cy="201168"/>
          </a:xfrm>
          <a:prstGeom prst="ellipse">
            <a:avLst/>
          </a:prstGeom>
          <a:solidFill>
            <a:srgbClr val="1C9E74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4828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37960" y="4892040"/>
            <a:ext cx="201168" cy="201168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25" name="Text 23"/>
          <p:cNvSpPr/>
          <p:nvPr/>
        </p:nvSpPr>
        <p:spPr>
          <a:xfrm>
            <a:off x="6812280" y="4828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this, really?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577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5G network is three things: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with a SIM, a cell tower, and a “core” in a data center that decides who gets on and routes their data. Normally that's rooms of expensive hardware spread across a city.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342900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Here, every piece is software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all on one computer, talking to each other exactly the way the real hardware would.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498080" y="182880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EDECFA"/>
          </a:solidFill>
          <a:ln w="19050">
            <a:solidFill>
              <a:srgbClr val="6B63C9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0" y="2130552"/>
            <a:ext cx="457200" cy="457200"/>
          </a:xfrm>
          <a:prstGeom prst="ellipse">
            <a:avLst/>
          </a:prstGeom>
          <a:solidFill>
            <a:srgbClr val="6B63C9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0" y="18288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235440" y="2907792"/>
            <a:ext cx="0" cy="384048"/>
          </a:xfrm>
          <a:prstGeom prst="line">
            <a:avLst/>
          </a:prstGeom>
          <a:noFill/>
          <a:ln w="25400">
            <a:solidFill>
              <a:srgbClr val="6C6E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498080" y="329184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19050">
            <a:solidFill>
              <a:srgbClr val="2C6FB5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0" y="3593592"/>
            <a:ext cx="457200" cy="457200"/>
          </a:xfrm>
          <a:prstGeom prst="ellipse">
            <a:avLst/>
          </a:prstGeom>
          <a:solidFill>
            <a:srgbClr val="2C6FB5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0" y="329184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235440" y="4370832"/>
            <a:ext cx="0" cy="384048"/>
          </a:xfrm>
          <a:prstGeom prst="line">
            <a:avLst/>
          </a:prstGeom>
          <a:noFill/>
          <a:ln w="25400">
            <a:solidFill>
              <a:srgbClr val="6C6E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98080" y="475488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E5F5EF"/>
          </a:solidFill>
          <a:ln w="19050">
            <a:solidFill>
              <a:srgbClr val="1C9E74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0" y="5056632"/>
            <a:ext cx="457200" cy="457200"/>
          </a:xfrm>
          <a:prstGeom prst="ellipse">
            <a:avLst/>
          </a:prstGeom>
          <a:solidFill>
            <a:srgbClr val="1C9E74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475488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Core Lab-in-a-Box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INSTALLED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building blocks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078992"/>
          </a:xfrm>
          <a:prstGeom prst="roundRect">
            <a:avLst>
              <a:gd name="adj" fmla="val 6780"/>
            </a:avLst>
          </a:prstGeom>
          <a:solidFill>
            <a:srgbClr val="EDECF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92808"/>
            <a:ext cx="502920" cy="502920"/>
          </a:xfrm>
          <a:prstGeom prst="ellipse">
            <a:avLst/>
          </a:prstGeom>
          <a:solidFill>
            <a:srgbClr val="6B63C9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7099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UERANSIM</a:t>
            </a:r>
            <a:pPr indent="0" marL="0">
              <a:buNone/>
            </a:pPr>
            <a:r>
              <a:rPr lang="en-US" sz="1300" i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phone &amp; the tower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45920" y="2057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program that simulates both a handset and a 5G radio. No SIM cards, no hardware — it exchanges the same messages a real phone and tower would.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07208"/>
            <a:ext cx="10881360" cy="1078992"/>
          </a:xfrm>
          <a:prstGeom prst="roundRect">
            <a:avLst>
              <a:gd name="adj" fmla="val 6780"/>
            </a:avLst>
          </a:prstGeom>
          <a:solidFill>
            <a:srgbClr val="EAF1F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3099816"/>
            <a:ext cx="502920" cy="502920"/>
          </a:xfrm>
          <a:prstGeom prst="ellipse">
            <a:avLst/>
          </a:prstGeom>
          <a:solidFill>
            <a:srgbClr val="2C6FB5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291693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Open5GS</a:t>
            </a:r>
            <a:pPr indent="0" marL="0">
              <a:buNone/>
            </a:pPr>
            <a:r>
              <a:rPr lang="en-US" sz="1300" i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core “brains” — about a dozen containers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45920" y="32644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the staff of a members' club: one checks your SIM, one registers you, one opens your session, one enforces the rules, a directory lets them find each other.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014216"/>
            <a:ext cx="10881360" cy="1078992"/>
          </a:xfrm>
          <a:prstGeom prst="roundRect">
            <a:avLst>
              <a:gd name="adj" fmla="val 6780"/>
            </a:avLst>
          </a:prstGeom>
          <a:solidFill>
            <a:srgbClr val="E5F5E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4306824"/>
            <a:ext cx="502920" cy="502920"/>
          </a:xfrm>
          <a:prstGeom prst="ellipse">
            <a:avLst/>
          </a:prstGeom>
          <a:solidFill>
            <a:srgbClr val="1C9E74"/>
          </a:solidFill>
          <a:ln/>
        </p:spPr>
      </p:sp>
      <p:sp>
        <p:nvSpPr>
          <p:cNvPr id="14" name="Text 12"/>
          <p:cNvSpPr/>
          <p:nvPr/>
        </p:nvSpPr>
        <p:spPr>
          <a:xfrm>
            <a:off x="1645920" y="412394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</a:t>
            </a:r>
            <a:pPr indent="0" marL="0">
              <a:buNone/>
            </a:pPr>
            <a:r>
              <a:rPr lang="en-US" sz="1300" i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data gateway — runs on the host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45920" y="447141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doorway your actual traffic flows through on its way out. Runs directly on the machine (our workaround for a kernel quirk).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221224"/>
            <a:ext cx="10881360" cy="1078992"/>
          </a:xfrm>
          <a:prstGeom prst="roundRect">
            <a:avLst>
              <a:gd name="adj" fmla="val 6780"/>
            </a:avLst>
          </a:prstGeom>
          <a:solidFill>
            <a:srgbClr val="FBEDE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5513832"/>
            <a:ext cx="502920" cy="50292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18" name="Text 16"/>
          <p:cNvSpPr/>
          <p:nvPr/>
        </p:nvSpPr>
        <p:spPr>
          <a:xfrm>
            <a:off x="1645920" y="53309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tooling</a:t>
            </a:r>
            <a:pPr indent="0" marL="0">
              <a:buNone/>
            </a:pPr>
            <a:r>
              <a:rPr lang="en-US" sz="1300" i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attack &amp; capture — the whole point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45920" y="567842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malformed or flood traffic on the core's internal pipes, record it, and train a model to tell normal from malicious.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Core Lab-in-a-Box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&amp; traffic flow</a:t>
            </a:r>
            <a:endParaRPr lang="en-US" sz="3000" dirty="0"/>
          </a:p>
        </p:txBody>
      </p:sp>
      <p:pic>
        <p:nvPicPr>
          <p:cNvPr id="4" name="Image 0" descr="/sessions/vibrant-gallant-lamport/mnt/5g-lab-in-a-box/docs/diagrams/5g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1417320"/>
            <a:ext cx="6702552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→ control plane → user-plane gateway → data network, with the lab tooling attached at the N3/N4 interfaces.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a phone onto the network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F2F3F7"/>
          </a:solidFill>
          <a:ln w="12700">
            <a:solidFill>
              <a:srgbClr val="E1E3EE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30452" y="2121408"/>
            <a:ext cx="585216" cy="585216"/>
          </a:xfrm>
          <a:prstGeom prst="ellipse">
            <a:avLst/>
          </a:prstGeom>
          <a:solidFill>
            <a:srgbClr val="2C6FB5"/>
          </a:solidFill>
          <a:ln/>
        </p:spPr>
      </p:sp>
      <p:sp>
        <p:nvSpPr>
          <p:cNvPr id="6" name="Text 4"/>
          <p:cNvSpPr/>
          <p:nvPr/>
        </p:nvSpPr>
        <p:spPr>
          <a:xfrm>
            <a:off x="1330452" y="21214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tower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24328" y="2697480"/>
            <a:ext cx="219456" cy="0"/>
          </a:xfrm>
          <a:prstGeom prst="line">
            <a:avLst/>
          </a:prstGeom>
          <a:noFill/>
          <a:ln w="25400">
            <a:solidFill>
              <a:srgbClr val="6C6E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62072" y="192024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F2F3F7"/>
          </a:solidFill>
          <a:ln w="12700">
            <a:solidFill>
              <a:srgbClr val="E1E3EE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52444" y="2121408"/>
            <a:ext cx="585216" cy="585216"/>
          </a:xfrm>
          <a:prstGeom prst="ellipse">
            <a:avLst/>
          </a:prstGeom>
          <a:solidFill>
            <a:srgbClr val="2C6FB5"/>
          </a:solidFill>
          <a:ln/>
        </p:spPr>
      </p:sp>
      <p:sp>
        <p:nvSpPr>
          <p:cNvPr id="11" name="Text 9"/>
          <p:cNvSpPr/>
          <p:nvPr/>
        </p:nvSpPr>
        <p:spPr>
          <a:xfrm>
            <a:off x="3552444" y="21214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953512" y="28346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SIM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2697480"/>
            <a:ext cx="219456" cy="0"/>
          </a:xfrm>
          <a:prstGeom prst="line">
            <a:avLst/>
          </a:prstGeom>
          <a:noFill/>
          <a:ln w="25400">
            <a:solidFill>
              <a:srgbClr val="6C6E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84064" y="192024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F2F3F7"/>
          </a:solidFill>
          <a:ln w="12700">
            <a:solidFill>
              <a:srgbClr val="E1E3EE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121408"/>
            <a:ext cx="585216" cy="585216"/>
          </a:xfrm>
          <a:prstGeom prst="ellipse">
            <a:avLst/>
          </a:prstGeom>
          <a:solidFill>
            <a:srgbClr val="2C6FB5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1214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175504" y="28346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068312" y="2697480"/>
            <a:ext cx="219456" cy="0"/>
          </a:xfrm>
          <a:prstGeom prst="line">
            <a:avLst/>
          </a:prstGeom>
          <a:noFill/>
          <a:ln w="25400">
            <a:solidFill>
              <a:srgbClr val="6C6E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06056" y="192024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F2F3F7"/>
          </a:solidFill>
          <a:ln w="12700">
            <a:solidFill>
              <a:srgbClr val="E1E3EE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96428" y="2121408"/>
            <a:ext cx="585216" cy="585216"/>
          </a:xfrm>
          <a:prstGeom prst="ellipse">
            <a:avLst/>
          </a:prstGeom>
          <a:solidFill>
            <a:srgbClr val="2C6FB5"/>
          </a:solidFill>
          <a:ln/>
        </p:spPr>
      </p:sp>
      <p:sp>
        <p:nvSpPr>
          <p:cNvPr id="21" name="Text 19"/>
          <p:cNvSpPr/>
          <p:nvPr/>
        </p:nvSpPr>
        <p:spPr>
          <a:xfrm>
            <a:off x="7996428" y="21214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97496" y="28346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session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290304" y="2697480"/>
            <a:ext cx="219456" cy="0"/>
          </a:xfrm>
          <a:prstGeom prst="line">
            <a:avLst/>
          </a:prstGeom>
          <a:noFill/>
          <a:ln w="25400">
            <a:solidFill>
              <a:srgbClr val="6C6E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528048" y="192024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F2F3F7"/>
          </a:solidFill>
          <a:ln w="12700">
            <a:solidFill>
              <a:srgbClr val="E1E3EE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218420" y="2121408"/>
            <a:ext cx="585216" cy="585216"/>
          </a:xfrm>
          <a:prstGeom prst="ellipse">
            <a:avLst/>
          </a:prstGeom>
          <a:solidFill>
            <a:srgbClr val="2C6FB5"/>
          </a:solidFill>
          <a:ln/>
        </p:spPr>
      </p:sp>
      <p:sp>
        <p:nvSpPr>
          <p:cNvPr id="26" name="Text 24"/>
          <p:cNvSpPr/>
          <p:nvPr/>
        </p:nvSpPr>
        <p:spPr>
          <a:xfrm>
            <a:off x="10218420" y="21214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619488" y="28346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an IP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416052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E5F5EF"/>
          </a:solidFill>
          <a:ln w="15875">
            <a:solidFill>
              <a:srgbClr val="1C9E7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120" y="4617720"/>
            <a:ext cx="457200" cy="457200"/>
          </a:xfrm>
          <a:prstGeom prst="ellipse">
            <a:avLst/>
          </a:prstGeom>
          <a:solidFill>
            <a:srgbClr val="1C9E74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" y="4590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645920" y="429768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lab this fully works.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simulated phone registered, authenticated, opened a session, and was assigned the address 10.45.0.2 — a working connection through the core.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Core Lab-in-a-Box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PLUMBING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pipes that matter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02152" cy="3383280"/>
          </a:xfrm>
          <a:prstGeom prst="roundRect">
            <a:avLst>
              <a:gd name="adj" fmla="val 2703"/>
            </a:avLst>
          </a:prstGeom>
          <a:solidFill>
            <a:srgbClr val="EDECF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822960" cy="822960"/>
          </a:xfrm>
          <a:prstGeom prst="ellipse">
            <a:avLst/>
          </a:prstGeom>
          <a:solidFill>
            <a:srgbClr val="6B63C9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1752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520440"/>
            <a:ext cx="2862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Signaling between the tower and the core — “let this phone on.”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452628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6B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07992" y="1691640"/>
            <a:ext cx="3502152" cy="3383280"/>
          </a:xfrm>
          <a:prstGeom prst="roundRect">
            <a:avLst>
              <a:gd name="adj" fmla="val 2703"/>
            </a:avLst>
          </a:prstGeom>
          <a:solidFill>
            <a:srgbClr val="E5F5E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28032" y="2011680"/>
            <a:ext cx="822960" cy="822960"/>
          </a:xfrm>
          <a:prstGeom prst="ellipse">
            <a:avLst/>
          </a:prstGeom>
          <a:solidFill>
            <a:srgbClr val="1C9E74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28032" y="301752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tunnel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28032" y="3520440"/>
            <a:ext cx="2862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actual traffic, wrapped up and carried between tower and gateway.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28032" y="452628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C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GTP-U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75904" y="1691640"/>
            <a:ext cx="3502152" cy="3383280"/>
          </a:xfrm>
          <a:prstGeom prst="roundRect">
            <a:avLst>
              <a:gd name="adj" fmla="val 2703"/>
            </a:avLst>
          </a:prstGeom>
          <a:solidFill>
            <a:srgbClr val="EAF1F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95944" y="2011680"/>
            <a:ext cx="822960" cy="822960"/>
          </a:xfrm>
          <a:prstGeom prst="ellipse">
            <a:avLst/>
          </a:prstGeom>
          <a:solidFill>
            <a:srgbClr val="2C6FB5"/>
          </a:solidFill>
          <a:ln/>
        </p:spPr>
      </p:sp>
      <p:sp>
        <p:nvSpPr>
          <p:cNvPr id="18" name="Text 16"/>
          <p:cNvSpPr/>
          <p:nvPr/>
        </p:nvSpPr>
        <p:spPr>
          <a:xfrm>
            <a:off x="8695944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695944" y="301752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link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95944" y="3520440"/>
            <a:ext cx="2862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telling the data gateway how to handle each session.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695944" y="452628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PFCP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pipes — especially N3 and N4 — are exactly what the security tooling targets.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Core Lab-in-a-Box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build a 5G network just to attack it?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 and N4 are real-world attack surfaces.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production network they're a known target — malformed tunnels, session floods, signaling storms. This lab lets you reproduce those attacks safely, against a system you own, and study how to detect them.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280160" y="3200400"/>
            <a:ext cx="2834640" cy="1920240"/>
          </a:xfrm>
          <a:prstGeom prst="roundRect">
            <a:avLst>
              <a:gd name="adj" fmla="val 4762"/>
            </a:avLst>
          </a:prstGeom>
          <a:solidFill>
            <a:srgbClr val="D85A30"/>
          </a:solidFill>
          <a:ln/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80160" y="35204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63040" y="42062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/ flood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on N3 &amp; N4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160520" y="4160520"/>
            <a:ext cx="640080" cy="0"/>
          </a:xfrm>
          <a:prstGeom prst="line">
            <a:avLst/>
          </a:prstGeom>
          <a:noFill/>
          <a:ln w="31750">
            <a:solidFill>
              <a:srgbClr val="6C6E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754880" y="3200400"/>
            <a:ext cx="2834640" cy="1920240"/>
          </a:xfrm>
          <a:prstGeom prst="roundRect">
            <a:avLst>
              <a:gd name="adj" fmla="val 4762"/>
            </a:avLst>
          </a:prstGeom>
          <a:solidFill>
            <a:srgbClr val="993C1D"/>
          </a:solidFill>
          <a:ln/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35204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937760" y="42062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everything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wire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635240" y="4160520"/>
            <a:ext cx="640080" cy="0"/>
          </a:xfrm>
          <a:prstGeom prst="line">
            <a:avLst/>
          </a:prstGeom>
          <a:noFill/>
          <a:ln w="31750">
            <a:solidFill>
              <a:srgbClr val="6C6E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229600" y="3200400"/>
            <a:ext cx="2834640" cy="1920240"/>
          </a:xfrm>
          <a:prstGeom prst="roundRect">
            <a:avLst>
              <a:gd name="adj" fmla="val 4762"/>
            </a:avLst>
          </a:prstGeom>
          <a:solidFill>
            <a:srgbClr val="1C9E74"/>
          </a:solidFill>
          <a:ln/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0" y="35204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412480" y="42062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model to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anomalies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lab knows which attack is running, every recording is labeled automatically — clean training data.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Core Lab-in-a-Box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&amp; detection flow</a:t>
            </a:r>
            <a:endParaRPr lang="en-US" sz="3000" dirty="0"/>
          </a:p>
        </p:txBody>
      </p:sp>
      <p:pic>
        <p:nvPicPr>
          <p:cNvPr id="4" name="Image 0" descr="/sessions/vibrant-gallant-lamport/mnt/5g-lab-in-a-box/docs/diagrams/5g-attack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1488" y="1463040"/>
            <a:ext cx="6665976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Core Lab-in-a-Box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stands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E5F5EF"/>
          </a:solidFill>
          <a:ln/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4767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9E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0120" y="26243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core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971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auth, PDU session, N4 &amp; N3 all verified end-to-end.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E5F5EF"/>
          </a:solidFill>
          <a:ln/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94767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9E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10.45.0.2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92240" y="26243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 connected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971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simulated phone attached and got a working data session.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EAF1FA"/>
          </a:solidFill>
          <a:ln/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409651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6F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N3 + N4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60120" y="47731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flowing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51206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User-plane and control-plane pipes carry live traffic to capture.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84048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FBEDE7"/>
          </a:solidFill>
          <a:ln/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409651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Optional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92240" y="47731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egress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51206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host-networking quirk on a non-standard kernel; not needed for the lab work.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Core Lab-in-a-Box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HERE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7830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credibility artifact — and a data engine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5G core you can attack, capture, and learn from — the foundation for a GTP/PFCP anomaly detector and for 5G-security advisory work.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4480560"/>
            <a:ext cx="3017520" cy="914400"/>
          </a:xfrm>
          <a:prstGeom prst="roundRect">
            <a:avLst>
              <a:gd name="adj" fmla="val 10000"/>
            </a:avLst>
          </a:prstGeom>
          <a:solidFill>
            <a:srgbClr val="23264F"/>
          </a:solidFill>
          <a:ln w="19050">
            <a:solidFill>
              <a:srgbClr val="6B63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4782312"/>
            <a:ext cx="310896" cy="310896"/>
          </a:xfrm>
          <a:prstGeom prst="ellipse">
            <a:avLst/>
          </a:prstGeom>
          <a:solidFill>
            <a:srgbClr val="6B63C9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44805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794760" y="4937760"/>
            <a:ext cx="457200" cy="0"/>
          </a:xfrm>
          <a:prstGeom prst="line">
            <a:avLst/>
          </a:prstGeom>
          <a:noFill/>
          <a:ln w="31750">
            <a:solidFill>
              <a:srgbClr val="5B5F8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51960" y="4480560"/>
            <a:ext cx="3017520" cy="914400"/>
          </a:xfrm>
          <a:prstGeom prst="roundRect">
            <a:avLst>
              <a:gd name="adj" fmla="val 10000"/>
            </a:avLst>
          </a:prstGeom>
          <a:solidFill>
            <a:srgbClr val="23264F"/>
          </a:solidFill>
          <a:ln w="19050">
            <a:solidFill>
              <a:srgbClr val="2C6F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4782312"/>
            <a:ext cx="310896" cy="310896"/>
          </a:xfrm>
          <a:prstGeom prst="ellipse">
            <a:avLst/>
          </a:prstGeom>
          <a:solidFill>
            <a:srgbClr val="2C6FB5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44805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data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0" y="4937760"/>
            <a:ext cx="457200" cy="0"/>
          </a:xfrm>
          <a:prstGeom prst="line">
            <a:avLst/>
          </a:prstGeom>
          <a:noFill/>
          <a:ln w="31750">
            <a:solidFill>
              <a:srgbClr val="5B5F8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72400" y="4480560"/>
            <a:ext cx="3017520" cy="914400"/>
          </a:xfrm>
          <a:prstGeom prst="roundRect">
            <a:avLst>
              <a:gd name="adj" fmla="val 10000"/>
            </a:avLst>
          </a:prstGeom>
          <a:solidFill>
            <a:srgbClr val="23264F"/>
          </a:solidFill>
          <a:ln w="19050">
            <a:solidFill>
              <a:srgbClr val="1C9E7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4782312"/>
            <a:ext cx="310896" cy="310896"/>
          </a:xfrm>
          <a:prstGeom prst="ellipse">
            <a:avLst/>
          </a:prstGeom>
          <a:solidFill>
            <a:srgbClr val="1C9E74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44805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detector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2026-07-26T13:23:11Z</dcterms:created>
  <dcterms:modified xsi:type="dcterms:W3CDTF">2026-07-26T13:23:11Z</dcterms:modified>
</cp:coreProperties>
</file>