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core innovation of the self-securing 5G core: the closed feedback loop from detection to SRX enforcement, the decision layer and guardrails that make autonomous action safe, and what is built versus what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conventional intrusion-detection system stops at an alert. The value here is autonomous response: closing the loop so containment happens at machine speed, with humans supervising rather than hand-configuring every firewall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system is a control loop wrapped around the UPF. The solid action loop reacts in seconds; the dashed learning loop improves the model over time. The gate keeps it efficient (expensive reasoning only on real anomalies) and the guardrails keep autonomous enforcement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 is the always-on sensor: tap N3/N4, window into features, score against a model of normal, flag windows over the threshold. This is built and validated — ROC-AUC 1.000 on the GPU autoencoder with 100% attack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the efficiency mechanism: the cheap ML detector is always on, and the expensive agent is invoked only on a real anomaly. This is the answer to token-usage management and also keeps the system from over-reacting.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is the decision layer that closes the loop. It classifies the anomaly and picks a graduated, least-disruptive response mapped to a pre-approved SRX action. This is the part that is in design, built on HPE's agentic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are what make it safe to let software reconfigure a firewall: an allow-list of permitted actions, least-disruptive-first escalation, human approval for high-impact actions, and verify-and-rollback so a bad action undoes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enforces on the SRX, which is inline on N3/N4 and also provides telemetry. Enforcement is graduated and platform-agnostic across SRX form factors. Lab-proven: SRX screens rate-limit volumetric floods.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4 verifies the enforcement worked without harming benign traffic (escalate or rollback otherwise). Stage 5 feeds the verified outcome back to improve the model. The fast action loop reacts; the slow learning loop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thread: a gtpu_flood second is detected, passes the gate, the agent picks a rate-limit under guardrails, SRX enforces, verify confirms the flood is capped and benign traffic survived, and the outcome is logged for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two ends — detection and enforcement — are proven. The decision agent that automatically closes the loop is the primary remaining build. This framing is credible and matches the HPE abstract's Current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the feedback path is what makes it self-securing, the guardrails make it safe, the gate makes it efficient, and it maps cleanly across HPE's businesses. Detect, decide safely, enforce, verify,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5303520" cy="5303520"/>
          </a:xfrm>
          <a:prstGeom prst="ellipse">
            <a:avLst/>
          </a:prstGeom>
          <a:solidFill>
            <a:srgbClr val="172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LAB-IN-A-BOX  ·  SELF-SECURING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autonomous, guardrailed mitigation on Juniper SRX — how the feedback path and decision layer turn an alarm into a self-securing 5G core.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44398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ML sensor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47872" y="429768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444398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4846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+ guardrails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429768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444398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4846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SRX policy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97696" y="429768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97696" y="444398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VERIFY+LEARN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7696" y="48463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alone is just an alarm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30552"/>
            <a:ext cx="603504" cy="603504"/>
          </a:xfrm>
          <a:prstGeom prst="ellipse">
            <a:avLst/>
          </a:prstGeom>
          <a:solidFill>
            <a:srgbClr val="60708C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9260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an attack, raises an alert, and waits for a human to trace it and change a firewall rule — minutes to hours while service degrades.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30552"/>
            <a:ext cx="603504" cy="60350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694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Self-securing loop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decides a safe response, enforces it on the SRX, verifies the result, and learns — autonomously, in seconds.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49834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response inside the loop. The machine does the fast, repetitive containment; humans supervise and handle the high-impact calls.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loop: detect → decide → enforce → verify → learn</a:t>
            </a:r>
            <a:endParaRPr lang="en-US" sz="3200" dirty="0"/>
          </a:p>
        </p:txBody>
      </p:sp>
      <p:pic>
        <p:nvPicPr>
          <p:cNvPr id="4" name="Image 0" descr="loop_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417320"/>
            <a:ext cx="827532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603504" cy="60350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THE SENSOR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84124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— always-on anomaly scoring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N3 (GTP-U) and N4 (PFCP) at the UPF; slice the stream into 1-second windows.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window becomes a row of features — packet rate, bytes, malformed fraction, TEID churn, PFCP message counts.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semi-supervised model (autoencoder + Isolation Forest) trained only on benign traffic scores each window for “weirdness.”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window above the threshold (99th percentile of benign scores).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87452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2084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9552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(GPU autoencoder)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3749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recall across all four attack classes; ~5% benign false-alarm.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detection gates expensive reasoning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76272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2494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sensor scores the window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~all traffic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3088" y="2834640"/>
            <a:ext cx="274320" cy="0"/>
          </a:xfrm>
          <a:prstGeom prst="line">
            <a:avLst/>
          </a:prstGeom>
          <a:noFill/>
          <a:ln w="28575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9202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76272"/>
            <a:ext cx="548640" cy="54864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22494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27448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only real anomalies pass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27448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fraction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44968" y="2834640"/>
            <a:ext cx="274320" cy="0"/>
          </a:xfrm>
          <a:prstGeom prst="line">
            <a:avLst/>
          </a:prstGeom>
          <a:noFill/>
          <a:ln w="28575">
            <a:solidFill>
              <a:srgbClr val="6070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92024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2176272"/>
            <a:ext cx="548640" cy="54864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06840" y="22494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reason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39328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wakes up to decide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39328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160520"/>
            <a:ext cx="10515600" cy="1600200"/>
          </a:xfrm>
          <a:prstGeom prst="roundRect">
            <a:avLst>
              <a:gd name="adj" fmla="val 685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token efficiency &amp; calm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73659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non-LLM detector runs constantly at low cost; the costly agentic reasoning is invoked only when something is genuinely wrong. Orders of magnitude fewer tokens than always-on LLM monitoring — and far fewer needless actions.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603504" cy="603504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THE DECISION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84124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— choose a safe, graduated response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classifies the anomaly (which attack, which interface) and selects a response.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Least-disruptive first: rate-limit before block before isolate — start gentle, escalate only if needed.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detection to a specific, pre-approved SRX action, not a free-form command.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HPE’s agentic AIOps framework rather than from scratch.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87452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action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09560" y="2514600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E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5146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gtpu_flood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72600" y="25146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rate-limit N3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3227832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E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2278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malformed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72600" y="322783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 + quarantine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3941064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94106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pfcp_flood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72600" y="394106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rate-limit N4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4654296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7EE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65429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 abuse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0" y="465429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throttle + review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make autonomous action trustworthy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84832"/>
            <a:ext cx="548640" cy="54864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allow-list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 issue only pre-approved SRX policy templates.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84832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→ block → isolate; the gentlest effective fix first.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050792"/>
            <a:ext cx="548640" cy="54864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754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moves (e.g., isolate a slice) need operator approval.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50792"/>
            <a:ext cx="548640" cy="5486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auto-rollback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measured and reverts if it fails or harms benign traffic.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UPF / slice / edge, with a full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603504" cy="60350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2960" y="457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THE ENFORCER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84124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— Juniper SRX applies the policy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pushes the chosen policy to the SRX inline on N3/N4.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SRX is both the enforcement point and, via its flow telemetry, a natural sensor tap.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platform-agnostic: physical SRX, vSRX, or cSRX.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lab: SRX screens rate-limit volumetric GTP-U floods.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87452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E1B33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enforcement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2560320"/>
            <a:ext cx="457200" cy="45720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4108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flood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924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3474720"/>
            <a:ext cx="457200" cy="45720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source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924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01000" y="4389120"/>
            <a:ext cx="457200" cy="4572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41080" y="4663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the slice/edge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 &amp; 5 · 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and LEARN — two feedback loops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03120"/>
            <a:ext cx="603504" cy="60350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103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2139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decide → enforce.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re-scores: did the anomaly fall, and did benign traffic keep flowing?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escalate one rung; if it hurt benign, auto-rollback.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E9F5EE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103120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2103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139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694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 time)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outcome (signature + action + result) is logged.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feeds it back to adjust thresholds and retrain.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gets sharper and produces fewer false alarms.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GTP-U flood through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11111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810512"/>
            <a:ext cx="420624" cy="420624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1691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packet-rate spikes; reconstruction error crosses threshold → looks like gtpu_flood.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569464"/>
            <a:ext cx="420624" cy="420624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87552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45059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245059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anomaly — wake the agent (a normal second would stop here).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209544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209544"/>
            <a:ext cx="10515600" cy="658368"/>
          </a:xfrm>
          <a:prstGeom prst="roundRect">
            <a:avLst>
              <a:gd name="adj" fmla="val 11111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328416"/>
            <a:ext cx="420624" cy="420624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20954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54680" y="320954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“N3 flood” → rate-limit screen; guardrail check: on allow-list, not high-impact → proceed.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3968496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" y="4087368"/>
            <a:ext cx="420624" cy="420624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0200" y="39684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396849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screen to the SRX; the flood toward the UPF is capped.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727448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4727448"/>
            <a:ext cx="10515600" cy="658368"/>
          </a:xfrm>
          <a:prstGeom prst="roundRect">
            <a:avLst>
              <a:gd name="adj" fmla="val 11111"/>
            </a:avLst>
          </a:prstGeom>
          <a:ln w="12700">
            <a:solidFill>
              <a:srgbClr val="E7EE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4846320"/>
            <a:ext cx="420624" cy="420624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7552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00200" y="47274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47274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re-score: packet-rate back to normal, UE traffic still flowing — success (else escalate / rollback).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548640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7552" y="5605272"/>
            <a:ext cx="420624" cy="42062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87552" y="5605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00200" y="54864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154680" y="54864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“this signature + this action worked”; tune threshold / retrain.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built, and what closes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3703320"/>
          </a:xfrm>
          <a:prstGeom prst="roundRect">
            <a:avLst>
              <a:gd name="adj" fmla="val 2469"/>
            </a:avLst>
          </a:prstGeom>
          <a:solidFill>
            <a:srgbClr val="E9F7F5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03120"/>
            <a:ext cx="548640" cy="548640"/>
          </a:xfrm>
          <a:prstGeom prst="ellipse">
            <a:avLst/>
          </a:prstGeom>
          <a:solidFill>
            <a:srgbClr val="12B3A6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139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validated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 sensor — ML anomaly detection on real N3/N4 traffic (ROC-AUC up to 1.000).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— SRX screens rate-limiting floods.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5G lab, attacks, and GPU training pipeline.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20640" cy="3703320"/>
          </a:xfrm>
          <a:prstGeom prst="roundRect">
            <a:avLst>
              <a:gd name="adj" fmla="val 2469"/>
            </a:avLst>
          </a:prstGeom>
          <a:solidFill>
            <a:srgbClr val="F1F5FB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76200" dist="38100" dir="5400000">
              <a:srgbClr val="0B122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139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design (the loop-closer)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DECIDE agent that turns a detection into an SRX policy push.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certification and verify/rollback wiring.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on HPE’s agentic AIOps framework.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are proven; closing the middle is the focused next build — and the honest framing reviewers respect.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1728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self-securing 5G core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path turns detection into autonomous, guardrailed mitigation — containment at machine speed.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spans HPE’s security (SRX), AI-infrastructure, and consumption businesses.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ML gates costly reasoning: efficient, calm, and scalable to slices, edge, and MEC.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15600" cy="1280160"/>
          </a:xfrm>
          <a:prstGeom prst="roundRect">
            <a:avLst>
              <a:gd name="adj" fmla="val 6429"/>
            </a:avLst>
          </a:prstGeom>
          <a:solidFill>
            <a:srgbClr val="17284C"/>
          </a:solidFill>
          <a:ln/>
          <a:effectLst>
            <a:outerShdw sx="100000" sy="100000" kx="0" ky="0" algn="bl" rotWithShape="0" blurRad="114300" dist="38100" dir="5400000">
              <a:srgbClr val="0B122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 →  decide (safely)  →  enforce  →  verify  →  learn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Lab-in-a-Box  ·  self-securing core on Juniper SRX + AI automation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2026-08-10T03:55:23Z</dcterms:created>
  <dcterms:modified xsi:type="dcterms:W3CDTF">2026-08-10T03:55:23Z</dcterms:modified>
</cp:coreProperties>
</file>