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47504" y="1609344"/>
            <a:ext cx="1280160" cy="914400"/>
          </a:xfrm>
          <a:prstGeom prst="line">
            <a:avLst/>
          </a:prstGeom>
          <a:noFill/>
          <a:ln w="19050">
            <a:solidFill>
              <a:srgbClr val="3A3E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27664" y="2523744"/>
            <a:ext cx="-822960" cy="1097280"/>
          </a:xfrm>
          <a:prstGeom prst="line">
            <a:avLst/>
          </a:prstGeom>
          <a:noFill/>
          <a:ln w="19050">
            <a:solidFill>
              <a:srgbClr val="3A3E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1463040"/>
            <a:ext cx="365760" cy="365760"/>
          </a:xfrm>
          <a:prstGeom prst="ellipse">
            <a:avLst/>
          </a:prstGeom>
          <a:solidFill>
            <a:srgbClr val="D85A30"/>
          </a:solidFill>
          <a:ln w="12700">
            <a:solidFill>
              <a:srgbClr val="1618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81360" y="2377440"/>
            <a:ext cx="365760" cy="365760"/>
          </a:xfrm>
          <a:prstGeom prst="ellipse">
            <a:avLst/>
          </a:prstGeom>
          <a:solidFill>
            <a:srgbClr val="1FA6A0"/>
          </a:solidFill>
          <a:ln w="12700">
            <a:solidFill>
              <a:srgbClr val="1618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0" y="3474720"/>
            <a:ext cx="365760" cy="365760"/>
          </a:xfrm>
          <a:prstGeom prst="ellipse">
            <a:avLst/>
          </a:prstGeom>
          <a:solidFill>
            <a:srgbClr val="1C9E74"/>
          </a:solidFill>
          <a:ln w="12700">
            <a:solidFill>
              <a:srgbClr val="161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cSRX Firewall Lab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standalone flood-firewall testbed — a Juniper cSRX rate-limiting 5G attack traffic, all container-native.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Firewall + AI: two layers, one defense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firewall that enforces against the attacks the lab generates — alongside the ML detector that detects them. Each covers what the other can't.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51560" y="2468880"/>
            <a:ext cx="4846320" cy="2743200"/>
          </a:xfrm>
          <a:prstGeom prst="roundRect">
            <a:avLst>
              <a:gd name="adj" fmla="val 3333"/>
            </a:avLst>
          </a:prstGeom>
          <a:solidFill>
            <a:srgbClr val="E4F5F3"/>
          </a:solidFill>
          <a:ln w="19050">
            <a:solidFill>
              <a:srgbClr val="1FA6A0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17320" y="2743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A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cSRX firewall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417320" y="33101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spc="200" kern="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374904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Rate-limits the volumetric floods (GTP-U, PFCP) with DoS screens. Fast, deterministic, container-native.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2468880"/>
            <a:ext cx="4846320" cy="2743200"/>
          </a:xfrm>
          <a:prstGeom prst="roundRect">
            <a:avLst>
              <a:gd name="adj" fmla="val 3333"/>
            </a:avLst>
          </a:prstGeom>
          <a:solidFill>
            <a:srgbClr val="E5F5EF"/>
          </a:solidFill>
          <a:ln w="19050">
            <a:solidFill>
              <a:srgbClr val="1C9E74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2743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C9E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detector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629400" y="33101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spc="200" kern="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29400" y="374904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the malformed and protocol-abuse traffic the firewall can't inspect — and the novel, unseen stuff.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depth: the firewall stops the obvious; the AI catches the subtle.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cSRX Firewall Lab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cSRX can — and can't — do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cSRX is a lightweight container firewall. Knowing its limits is the point: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E5F5EF"/>
          </a:solidFill>
          <a:ln w="15875">
            <a:solidFill>
              <a:srgbClr val="1C9E74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CAN do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60120" y="2926080"/>
            <a:ext cx="256032" cy="256032"/>
          </a:xfrm>
          <a:prstGeom prst="ellipse">
            <a:avLst/>
          </a:prstGeom>
          <a:solidFill>
            <a:srgbClr val="1C9E74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8346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GTP-U floods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UDP-flood screen on N3 (2152)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960120" y="3749040"/>
            <a:ext cx="256032" cy="256032"/>
          </a:xfrm>
          <a:prstGeom prst="ellipse">
            <a:avLst/>
          </a:prstGeom>
          <a:solidFill>
            <a:srgbClr val="1C9E74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6576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PFCP floods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same screen on N4 (8805)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960120" y="4572000"/>
            <a:ext cx="256032" cy="256032"/>
          </a:xfrm>
          <a:prstGeom prst="ellipse">
            <a:avLst/>
          </a:prstGeom>
          <a:solidFill>
            <a:srgbClr val="1C9E74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44805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firewall + policy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permit / deny by zone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72200" y="205740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FBEDE7"/>
          </a:solidFill>
          <a:ln w="15875">
            <a:solidFill>
              <a:srgbClr val="D85A30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3C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  CAN'T do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492240" y="2926080"/>
            <a:ext cx="256032" cy="256032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16" name="Text 14"/>
          <p:cNvSpPr/>
          <p:nvPr/>
        </p:nvSpPr>
        <p:spPr>
          <a:xfrm>
            <a:off x="6903720" y="28346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GTP inspection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GTP ALG — that's vSRX / SRX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92240" y="3749040"/>
            <a:ext cx="256032" cy="256032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36576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malformed GTP-U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→ the ML detector's job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92240" y="4572000"/>
            <a:ext cx="256032" cy="256032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44805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Protocol-aware PFCP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→ the ML detector's job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cSRX Firewall Lab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TESTBED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containers, one firewall in the middle</a:t>
            </a:r>
            <a:endParaRPr lang="en-US" sz="2900" dirty="0"/>
          </a:p>
        </p:txBody>
      </p:sp>
      <p:pic>
        <p:nvPicPr>
          <p:cNvPr id="4" name="Image 0" descr="/sessions/vibrant-gallant-lamport/mnt/5g-lab-in-a-box/docs/diagrams/csrx-firewall-topolo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8528" y="1371600"/>
            <a:ext cx="8302752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cSRX Firewall Lab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setup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2F3F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01952"/>
            <a:ext cx="329184" cy="329184"/>
          </a:xfrm>
          <a:prstGeom prst="ellipse">
            <a:avLst/>
          </a:prstGeom>
          <a:solidFill>
            <a:srgbClr val="2C6FB5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645920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Docker networks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937760" y="164592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fw-left (untrust) · fw-right (trust) · fw-mgmt — explicit subnets so we control addressing.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2F3F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834640"/>
            <a:ext cx="329184" cy="329184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2578608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cSRX in routed mode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2578608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ge-0/0/0 = 10.10.1.2 (untrust), ge-0/0/1 = 10.10.2.2 (trust). Routes untrust → trust.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511296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2F3F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3767328"/>
            <a:ext cx="329184" cy="329184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3511296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 10.10.1.10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3511296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repo's attacks/ scripts; a static route sends target traffic through the cSRX.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443984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2F3F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700016"/>
            <a:ext cx="329184" cy="329184"/>
          </a:xfrm>
          <a:prstGeom prst="ellipse">
            <a:avLst/>
          </a:prstGeom>
          <a:solidFill>
            <a:srgbClr val="1C9E74"/>
          </a:solidFill>
          <a:ln/>
        </p:spPr>
      </p:sp>
      <p:sp>
        <p:nvSpPr>
          <p:cNvPr id="18" name="Text 16"/>
          <p:cNvSpPr/>
          <p:nvPr/>
        </p:nvSpPr>
        <p:spPr>
          <a:xfrm>
            <a:off x="1463040" y="4443984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10.10.2.10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4443984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records what gets through, with tcpdump — sent vs. delivered.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376672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2F3F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5632704"/>
            <a:ext cx="329184" cy="329184"/>
          </a:xfrm>
          <a:prstGeom prst="ellipse">
            <a:avLst/>
          </a:prstGeom>
          <a:solidFill>
            <a:srgbClr val="6B63C9"/>
          </a:solidFill>
          <a:ln/>
        </p:spPr>
      </p:sp>
      <p:sp>
        <p:nvSpPr>
          <p:cNvPr id="22" name="Text 20"/>
          <p:cNvSpPr/>
          <p:nvPr/>
        </p:nvSpPr>
        <p:spPr>
          <a:xfrm>
            <a:off x="1463040" y="5376672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cSRX config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37760" y="5376672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(untrust/trust), a UDP-flood screen (threshold 1000), and a permit policy.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cSRX Firewall Lab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demo — send, then measure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four kinds of traffic from the attacker through the cSRX, and count what reaches the target.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1C9E74"/>
          </a:solidFill>
          <a:ln/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4688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 GTP-U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3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rate — should pass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11296" y="228600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B8860B"/>
          </a:solidFill>
          <a:ln/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4688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GTP-U flood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94176" y="29718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3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rate — should be capped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36792" y="228600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2C6FB5"/>
          </a:solidFill>
          <a:ln/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4688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PFCP flood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19672" y="29718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3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rate — should be capped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62288" y="228600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D85A30"/>
          </a:solidFill>
          <a:ln/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4688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malformed GTP-U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45168" y="29718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3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pass (detector's job)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29768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2F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4348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Measuring: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packets arriving at the target with tcpdump. Because cSRX's own interface counters aren't populated, forwarding was verified from the host by tcpdump on the Docker bridges (br-&lt;netid&gt;).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cSRX Firewall Lab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 (the hard way)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024128"/>
          </a:xfrm>
          <a:prstGeom prst="roundRect">
            <a:avLst>
              <a:gd name="adj" fmla="val 6250"/>
            </a:avLst>
          </a:prstGeom>
          <a:solidFill>
            <a:srgbClr val="FBED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066544"/>
            <a:ext cx="365760" cy="36576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39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84708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cSRX has no GTP ALG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212080" y="1847088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GTP inspection is a vSRX / SRX feature. cSRX does screens (rate-limiting) only.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871216"/>
            <a:ext cx="10881360" cy="1024128"/>
          </a:xfrm>
          <a:prstGeom prst="roundRect">
            <a:avLst>
              <a:gd name="adj" fmla="val 6250"/>
            </a:avLst>
          </a:prstGeom>
          <a:solidFill>
            <a:srgbClr val="FBED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200400"/>
            <a:ext cx="365760" cy="36576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2980944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Secure-wire can't hold zones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2980944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wire mode you can't attach zones/screens to the interfaces — routed mode does.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05072"/>
            <a:ext cx="10881360" cy="1024128"/>
          </a:xfrm>
          <a:prstGeom prst="roundRect">
            <a:avLst>
              <a:gd name="adj" fmla="val 6250"/>
            </a:avLst>
          </a:prstGeom>
          <a:solidFill>
            <a:srgbClr val="FBED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4334256"/>
            <a:ext cx="365760" cy="36576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306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4114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needs plumbing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12080" y="41148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container needed iproute2 + NET_ADMIN and a static route to the target via cSRX.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138928"/>
            <a:ext cx="10881360" cy="1024128"/>
          </a:xfrm>
          <a:prstGeom prst="roundRect">
            <a:avLst>
              <a:gd name="adj" fmla="val 6250"/>
            </a:avLst>
          </a:prstGeom>
          <a:solidFill>
            <a:srgbClr val="FBED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5468112"/>
            <a:ext cx="365760" cy="36576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440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08760" y="5248656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cSRX counters aren't populated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212080" y="5248656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interfaces stats are blank — observe forwarding by tcpdump on the host bridges instead.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cSRX Firewall Lab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UDP-flood screen capped both floods (~80% dropped); valid passed, malformed sailed through.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881360" cy="457200"/>
          </a:xfrm>
          <a:prstGeom prst="roundRect">
            <a:avLst>
              <a:gd name="adj" fmla="val 10000"/>
            </a:avLst>
          </a:prstGeom>
          <a:solidFill>
            <a:srgbClr val="16183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2011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0664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target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50976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542032"/>
            <a:ext cx="10881360" cy="658368"/>
          </a:xfrm>
          <a:prstGeom prst="roundRect">
            <a:avLst>
              <a:gd name="adj" fmla="val 5556"/>
            </a:avLst>
          </a:prstGeom>
          <a:solidFill>
            <a:srgbClr val="F2F3F7"/>
          </a:solidFill>
          <a:ln w="12700">
            <a:solidFill>
              <a:srgbClr val="E7E5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542032"/>
            <a:ext cx="82296" cy="658368"/>
          </a:xfrm>
          <a:prstGeom prst="rect">
            <a:avLst/>
          </a:prstGeom>
          <a:solidFill>
            <a:srgbClr val="1C9E74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54203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GTP-U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52160" y="254203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06640" y="254203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09760" y="254203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291840"/>
            <a:ext cx="108813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291840"/>
            <a:ext cx="82296" cy="65836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29184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GTP-U flood (N3)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52160" y="32918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06640" y="32918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5B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4,000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509760" y="32918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7A5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RATE-LIMITED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041648"/>
            <a:ext cx="10881360" cy="658368"/>
          </a:xfrm>
          <a:prstGeom prst="roundRect">
            <a:avLst>
              <a:gd name="adj" fmla="val 5556"/>
            </a:avLst>
          </a:prstGeom>
          <a:solidFill>
            <a:srgbClr val="F2F3F7"/>
          </a:solidFill>
          <a:ln w="12700">
            <a:solidFill>
              <a:srgbClr val="E7E5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041648"/>
            <a:ext cx="82296" cy="658368"/>
          </a:xfrm>
          <a:prstGeom prst="rect">
            <a:avLst/>
          </a:prstGeom>
          <a:solidFill>
            <a:srgbClr val="2C6FB5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04164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PFCP session flood (N4)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852160" y="404164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06640" y="404164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5B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4,000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509760" y="404164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7A5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RATE-LIMITED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4791456"/>
            <a:ext cx="108813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791456"/>
            <a:ext cx="82296" cy="658368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79145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GTP-U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852160" y="479145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06640" y="479145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509760" y="479145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→ detector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flood packet above the threshold was dropped by the firewall — the detector then handles the rest.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cSRX Firewall Lab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STANDS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 done: a firewall that caps the floods, container-native and demonstrated.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31520" y="374904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23264F"/>
          </a:solidFill>
          <a:ln w="19050">
            <a:solidFill>
              <a:srgbClr val="1C9E7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4069080"/>
            <a:ext cx="310896" cy="310896"/>
          </a:xfrm>
          <a:prstGeom prst="ellipse">
            <a:avLst/>
          </a:prstGeom>
          <a:solidFill>
            <a:srgbClr val="1C9E74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3977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45262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cSRX flood firewall — validated.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374904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23264F"/>
          </a:solidFill>
          <a:ln w="19050">
            <a:solidFill>
              <a:srgbClr val="2C6F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4069080"/>
            <a:ext cx="310896" cy="310896"/>
          </a:xfrm>
          <a:prstGeom prst="ellipse">
            <a:avLst/>
          </a:prstGeom>
          <a:solidFill>
            <a:srgbClr val="2C6FB5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0" y="3977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45262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cSRX inline on the live 5G N3/N4.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374904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23264F"/>
          </a:solidFill>
          <a:ln w="19050">
            <a:solidFill>
              <a:srgbClr val="1FA6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58200" y="4069080"/>
            <a:ext cx="310896" cy="310896"/>
          </a:xfrm>
          <a:prstGeom prst="ellipse">
            <a:avLst/>
          </a:prstGeom>
          <a:solidFill>
            <a:srgbClr val="1FA6A0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3977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58200" y="45262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enforces the floods; the detector catches the rest.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2026-07-29T13:35:58Z</dcterms:created>
  <dcterms:modified xsi:type="dcterms:W3CDTF">2026-07-29T13:35:58Z</dcterms:modified>
</cp:coreProperties>
</file>